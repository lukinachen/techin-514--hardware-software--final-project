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ukinaChen/TECHIN-514--Hardware-Software--Final-Project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arget="https://www.youtube.com/watch?v=h0CMzlRr8LE" TargetMode="External" Type="http://schemas.openxmlformats.org/officeDocument/2006/relationships/video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5928" t="0" b="9244"/>
          <a:stretch/>
        </p:blipFill>
        <p:spPr>
          <a:xfrm>
            <a:off x="0" y="-290512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600" y="1533525"/>
            <a:ext cx="5715000" cy="985838"/>
          </a:xfrm>
          <a:prstGeom prst="rect">
            <a:avLst/>
          </a:prstGeom>
          <a:noFill/>
          <a:ln/>
        </p:spPr>
      </p:sp>
      <p:sp>
        <p:nvSpPr>
          <p:cNvPr id="4" name="Text 1"/>
          <p:cNvSpPr/>
          <p:nvPr/>
        </p:nvSpPr>
        <p:spPr>
          <a:xfrm>
            <a:off x="609600" y="1533525"/>
            <a:ext cx="170021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713" b="1" i="1" spc="43" kern="0" dirty="0">
                <a:solidFill>
                  <a:srgbClr val="FFE64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SLEEP MONITORING SYSTEM</a:t>
            </a:r>
            <a:endParaRPr lang="en-US" sz="713" dirty="0"/>
          </a:p>
        </p:txBody>
      </p:sp>
      <p:sp>
        <p:nvSpPr>
          <p:cNvPr id="5" name="Text 2"/>
          <p:cNvSpPr/>
          <p:nvPr/>
        </p:nvSpPr>
        <p:spPr>
          <a:xfrm>
            <a:off x="609600" y="1724025"/>
            <a:ext cx="57150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SnoreSense</a:t>
            </a:r>
            <a:endParaRPr lang="en-US" sz="3420" dirty="0"/>
          </a:p>
        </p:txBody>
      </p:sp>
      <p:sp>
        <p:nvSpPr>
          <p:cNvPr id="6" name="Shape 3"/>
          <p:cNvSpPr/>
          <p:nvPr/>
        </p:nvSpPr>
        <p:spPr>
          <a:xfrm>
            <a:off x="609600" y="2386013"/>
            <a:ext cx="2895600" cy="133350"/>
          </a:xfrm>
          <a:prstGeom prst="rect">
            <a:avLst/>
          </a:prstGeom>
          <a:noFill/>
          <a:ln/>
        </p:spPr>
      </p:sp>
      <p:sp>
        <p:nvSpPr>
          <p:cNvPr id="7" name="Shape 4"/>
          <p:cNvSpPr/>
          <p:nvPr/>
        </p:nvSpPr>
        <p:spPr>
          <a:xfrm>
            <a:off x="609600" y="2386013"/>
            <a:ext cx="1740545" cy="133350"/>
          </a:xfrm>
          <a:prstGeom prst="rect">
            <a:avLst/>
          </a:prstGeom>
          <a:noFill/>
          <a:ln/>
        </p:spPr>
      </p:sp>
      <p:sp>
        <p:nvSpPr>
          <p:cNvPr id="8" name="Text 5"/>
          <p:cNvSpPr/>
          <p:nvPr/>
        </p:nvSpPr>
        <p:spPr>
          <a:xfrm>
            <a:off x="609600" y="2386013"/>
            <a:ext cx="28956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1140" spc="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Snoring-Based Sleep Quality Indicator</a:t>
            </a:r>
            <a:endParaRPr lang="en-US" sz="1140" dirty="0"/>
          </a:p>
        </p:txBody>
      </p:sp>
      <p:sp>
        <p:nvSpPr>
          <p:cNvPr id="9" name="Text 6"/>
          <p:cNvSpPr/>
          <p:nvPr/>
        </p:nvSpPr>
        <p:spPr>
          <a:xfrm>
            <a:off x="6248400" y="4743450"/>
            <a:ext cx="28194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427" b="1" i="1" spc="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repo:</a:t>
            </a:r>
            <a:pPr algn="l" indent="0" marL="0">
              <a:lnSpc>
                <a:spcPts val="998"/>
              </a:lnSpc>
              <a:buNone/>
            </a:pPr>
            <a:r>
              <a:rPr lang="en-US" sz="427" i="1" spc="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998"/>
              </a:lnSpc>
              <a:buNone/>
            </a:pPr>
            <a:r>
              <a:rPr lang="en-US" sz="427" i="1" u="sng" spc="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https://github.com/LukinaChen/TECHIN-514--Hardware-Software--Final-Project</a:t>
            </a:r>
            <a:pPr algn="l" indent="0" marL="0">
              <a:lnSpc>
                <a:spcPts val="998"/>
              </a:lnSpc>
              <a:buNone/>
            </a:pPr>
            <a:r>
              <a:rPr lang="en-US" sz="427" i="1" spc="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4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61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16686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291138"/>
          </a:xfrm>
          <a:prstGeom prst="rect">
            <a:avLst/>
          </a:prstGeom>
          <a:solidFill>
            <a:srgbClr val="02061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16686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0100" y="1600200"/>
            <a:ext cx="7829550" cy="2414588"/>
          </a:xfrm>
          <a:prstGeom prst="rect">
            <a:avLst/>
          </a:prstGeom>
          <a:noFill/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0100" y="1600200"/>
            <a:ext cx="3496082" cy="241458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400550" y="1600200"/>
            <a:ext cx="628650" cy="2414588"/>
          </a:xfrm>
          <a:prstGeom prst="rect">
            <a:avLst/>
          </a:prstGeom>
          <a:noFill/>
          <a:ln/>
        </p:spPr>
      </p:sp>
      <p:sp>
        <p:nvSpPr>
          <p:cNvPr id="8" name="Shape 4"/>
          <p:cNvSpPr/>
          <p:nvPr/>
        </p:nvSpPr>
        <p:spPr>
          <a:xfrm>
            <a:off x="4564847" y="2605281"/>
            <a:ext cx="300058" cy="39138"/>
          </a:xfrm>
          <a:prstGeom prst="rect">
            <a:avLst/>
          </a:prstGeom>
          <a:noFill/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66947" y="2607382"/>
            <a:ext cx="36416" cy="36416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33010" y="2608216"/>
            <a:ext cx="34677" cy="34677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97467" y="2607444"/>
            <a:ext cx="36287" cy="36287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760440" y="2605185"/>
            <a:ext cx="40994" cy="40994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823489" y="2603004"/>
            <a:ext cx="45541" cy="45541"/>
          </a:xfrm>
          <a:prstGeom prst="rect">
            <a:avLst/>
          </a:prstGeom>
        </p:spPr>
      </p:pic>
      <p:sp>
        <p:nvSpPr>
          <p:cNvPr id="14" name="Shape 5"/>
          <p:cNvSpPr/>
          <p:nvPr/>
        </p:nvSpPr>
        <p:spPr>
          <a:xfrm>
            <a:off x="4456451" y="2696603"/>
            <a:ext cx="516846" cy="221782"/>
          </a:xfrm>
          <a:prstGeom prst="roundRect">
            <a:avLst>
              <a:gd name="adj" fmla="val 197507398480"/>
            </a:avLst>
          </a:prstGeom>
          <a:solidFill>
            <a:srgbClr val="FDC700">
              <a:alpha val="10000"/>
            </a:srgbClr>
          </a:solidFill>
          <a:ln w="6459">
            <a:solidFill>
              <a:srgbClr val="FDC700">
                <a:alpha val="30000"/>
              </a:srgbClr>
            </a:solidFill>
            <a:prstDash val="solid"/>
          </a:ln>
        </p:spPr>
      </p:sp>
      <p:sp>
        <p:nvSpPr>
          <p:cNvPr id="15" name="Text 6"/>
          <p:cNvSpPr/>
          <p:nvPr/>
        </p:nvSpPr>
        <p:spPr>
          <a:xfrm>
            <a:off x="4515157" y="2747958"/>
            <a:ext cx="409575" cy="109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14"/>
              </a:lnSpc>
              <a:buNone/>
            </a:pPr>
            <a:r>
              <a:rPr lang="en-US" sz="610" b="1" spc="15" kern="0" dirty="0">
                <a:solidFill>
                  <a:srgbClr val="FDC7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ESP-NOW</a:t>
            </a:r>
            <a:endParaRPr lang="en-US" sz="610" dirty="0"/>
          </a:p>
        </p:txBody>
      </p:sp>
      <p:sp>
        <p:nvSpPr>
          <p:cNvPr id="16" name="Shape 7"/>
          <p:cNvSpPr/>
          <p:nvPr/>
        </p:nvSpPr>
        <p:spPr>
          <a:xfrm>
            <a:off x="4564847" y="2970569"/>
            <a:ext cx="300058" cy="39138"/>
          </a:xfrm>
          <a:prstGeom prst="rect">
            <a:avLst/>
          </a:prstGeom>
          <a:noFill/>
          <a:ln/>
        </p:spPr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562568" y="2968292"/>
            <a:ext cx="45541" cy="45541"/>
          </a:xfrm>
          <a:prstGeom prst="rect">
            <a:avLst/>
          </a:prstGeom>
        </p:spPr>
      </p:pic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629980" y="2970474"/>
            <a:ext cx="40994" cy="40994"/>
          </a:xfrm>
          <a:prstGeom prst="rect">
            <a:avLst/>
          </a:prstGeom>
        </p:spPr>
      </p:pic>
      <p:pic>
        <p:nvPicPr>
          <p:cNvPr id="1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697467" y="2972732"/>
            <a:ext cx="36287" cy="36287"/>
          </a:xfrm>
          <a:prstGeom prst="rect">
            <a:avLst/>
          </a:prstGeom>
        </p:spPr>
      </p:pic>
      <p:pic>
        <p:nvPicPr>
          <p:cNvPr id="20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763472" y="2973504"/>
            <a:ext cx="34677" cy="34677"/>
          </a:xfrm>
          <a:prstGeom prst="rect">
            <a:avLst/>
          </a:prstGeom>
        </p:spPr>
      </p:pic>
      <p:pic>
        <p:nvPicPr>
          <p:cNvPr id="21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4827868" y="2972670"/>
            <a:ext cx="36416" cy="36416"/>
          </a:xfrm>
          <a:prstGeom prst="rect">
            <a:avLst/>
          </a:prstGeom>
        </p:spPr>
      </p:pic>
      <p:pic>
        <p:nvPicPr>
          <p:cNvPr id="22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5133568" y="1600200"/>
            <a:ext cx="3496082" cy="2414588"/>
          </a:xfrm>
          <a:prstGeom prst="rect">
            <a:avLst/>
          </a:prstGeom>
        </p:spPr>
      </p:pic>
      <p:sp>
        <p:nvSpPr>
          <p:cNvPr id="23" name="Shape 8"/>
          <p:cNvSpPr/>
          <p:nvPr/>
        </p:nvSpPr>
        <p:spPr>
          <a:xfrm>
            <a:off x="805839" y="4186238"/>
            <a:ext cx="7829550" cy="381690"/>
          </a:xfrm>
          <a:prstGeom prst="rect">
            <a:avLst/>
          </a:prstGeom>
          <a:noFill/>
          <a:ln/>
        </p:spPr>
      </p:sp>
      <p:sp>
        <p:nvSpPr>
          <p:cNvPr id="24" name="Shape 9"/>
          <p:cNvSpPr/>
          <p:nvPr/>
        </p:nvSpPr>
        <p:spPr>
          <a:xfrm>
            <a:off x="805839" y="4186238"/>
            <a:ext cx="2557653" cy="381690"/>
          </a:xfrm>
          <a:prstGeom prst="roundRect">
            <a:avLst>
              <a:gd name="adj" fmla="val 47894"/>
            </a:avLst>
          </a:prstGeom>
          <a:solidFill>
            <a:srgbClr val="1D293D">
              <a:alpha val="40000"/>
            </a:srgbClr>
          </a:solidFill>
          <a:ln w="6461">
            <a:solidFill>
              <a:srgbClr val="314158"/>
            </a:solidFill>
            <a:prstDash val="solid"/>
          </a:ln>
        </p:spPr>
      </p:sp>
      <p:sp>
        <p:nvSpPr>
          <p:cNvPr id="25" name="Shape 10"/>
          <p:cNvSpPr/>
          <p:nvPr/>
        </p:nvSpPr>
        <p:spPr>
          <a:xfrm>
            <a:off x="890660" y="4272689"/>
            <a:ext cx="208788" cy="208788"/>
          </a:xfrm>
          <a:prstGeom prst="roundRect">
            <a:avLst>
              <a:gd name="adj" fmla="val 62541"/>
            </a:avLst>
          </a:prstGeom>
          <a:solidFill>
            <a:srgbClr val="FDC700">
              <a:alpha val="10000"/>
            </a:srgbClr>
          </a:solidFill>
          <a:ln/>
        </p:spPr>
      </p:sp>
      <p:pic>
        <p:nvPicPr>
          <p:cNvPr id="26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942856" y="4324886"/>
            <a:ext cx="104394" cy="104394"/>
          </a:xfrm>
          <a:prstGeom prst="rect">
            <a:avLst/>
          </a:prstGeom>
        </p:spPr>
      </p:pic>
      <p:sp>
        <p:nvSpPr>
          <p:cNvPr id="27" name="Shape 11"/>
          <p:cNvSpPr/>
          <p:nvPr/>
        </p:nvSpPr>
        <p:spPr>
          <a:xfrm>
            <a:off x="1177742" y="4271058"/>
            <a:ext cx="1296769" cy="212050"/>
          </a:xfrm>
          <a:prstGeom prst="rect">
            <a:avLst/>
          </a:prstGeom>
          <a:noFill/>
          <a:ln/>
        </p:spPr>
      </p:sp>
      <p:sp>
        <p:nvSpPr>
          <p:cNvPr id="28" name="Shape 12"/>
          <p:cNvSpPr/>
          <p:nvPr/>
        </p:nvSpPr>
        <p:spPr>
          <a:xfrm>
            <a:off x="1177742" y="4271058"/>
            <a:ext cx="1296769" cy="104394"/>
          </a:xfrm>
          <a:prstGeom prst="rect">
            <a:avLst/>
          </a:prstGeom>
          <a:noFill/>
          <a:ln/>
        </p:spPr>
      </p:sp>
      <p:sp>
        <p:nvSpPr>
          <p:cNvPr id="29" name="Text 13"/>
          <p:cNvSpPr/>
          <p:nvPr/>
        </p:nvSpPr>
        <p:spPr>
          <a:xfrm>
            <a:off x="1177742" y="4271058"/>
            <a:ext cx="1296769" cy="109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14"/>
              </a:lnSpc>
              <a:buNone/>
            </a:pPr>
            <a:r>
              <a:rPr lang="en-US" sz="610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Wireless ESP-NOW</a:t>
            </a:r>
            <a:endParaRPr lang="en-US" sz="610" dirty="0"/>
          </a:p>
        </p:txBody>
      </p:sp>
      <p:sp>
        <p:nvSpPr>
          <p:cNvPr id="30" name="Shape 14"/>
          <p:cNvSpPr/>
          <p:nvPr/>
        </p:nvSpPr>
        <p:spPr>
          <a:xfrm>
            <a:off x="1177742" y="4375452"/>
            <a:ext cx="1296769" cy="107656"/>
          </a:xfrm>
          <a:prstGeom prst="rect">
            <a:avLst/>
          </a:prstGeom>
          <a:noFill/>
          <a:ln/>
        </p:spPr>
      </p:sp>
      <p:sp>
        <p:nvSpPr>
          <p:cNvPr id="31" name="Text 15"/>
          <p:cNvSpPr/>
          <p:nvPr/>
        </p:nvSpPr>
        <p:spPr>
          <a:xfrm>
            <a:off x="1177742" y="4375175"/>
            <a:ext cx="13573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39"/>
              </a:lnSpc>
              <a:buNone/>
            </a:pPr>
            <a:r>
              <a:rPr lang="en-US" sz="560" spc="3" kern="0" dirty="0">
                <a:solidFill>
                  <a:srgbClr val="90A1B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peer-to-peer, no router needed</a:t>
            </a:r>
            <a:endParaRPr lang="en-US" sz="560" dirty="0"/>
          </a:p>
        </p:txBody>
      </p:sp>
      <p:sp>
        <p:nvSpPr>
          <p:cNvPr id="32" name="Shape 16"/>
          <p:cNvSpPr/>
          <p:nvPr/>
        </p:nvSpPr>
        <p:spPr>
          <a:xfrm>
            <a:off x="3441788" y="4186238"/>
            <a:ext cx="2557653" cy="381690"/>
          </a:xfrm>
          <a:prstGeom prst="roundRect">
            <a:avLst>
              <a:gd name="adj" fmla="val 47894"/>
            </a:avLst>
          </a:prstGeom>
          <a:solidFill>
            <a:srgbClr val="1D293D">
              <a:alpha val="40000"/>
            </a:srgbClr>
          </a:solidFill>
          <a:ln w="6461">
            <a:solidFill>
              <a:srgbClr val="314158"/>
            </a:solidFill>
            <a:prstDash val="solid"/>
          </a:ln>
        </p:spPr>
      </p:sp>
      <p:sp>
        <p:nvSpPr>
          <p:cNvPr id="33" name="Shape 17"/>
          <p:cNvSpPr/>
          <p:nvPr/>
        </p:nvSpPr>
        <p:spPr>
          <a:xfrm>
            <a:off x="3526608" y="4272689"/>
            <a:ext cx="208788" cy="208788"/>
          </a:xfrm>
          <a:prstGeom prst="roundRect">
            <a:avLst>
              <a:gd name="adj" fmla="val 62541"/>
            </a:avLst>
          </a:prstGeom>
          <a:solidFill>
            <a:srgbClr val="FDC700">
              <a:alpha val="10000"/>
            </a:srgbClr>
          </a:solidFill>
          <a:ln/>
        </p:spPr>
      </p:sp>
      <p:pic>
        <p:nvPicPr>
          <p:cNvPr id="34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3578805" y="4324886"/>
            <a:ext cx="104394" cy="104394"/>
          </a:xfrm>
          <a:prstGeom prst="rect">
            <a:avLst/>
          </a:prstGeom>
        </p:spPr>
      </p:pic>
      <p:sp>
        <p:nvSpPr>
          <p:cNvPr id="35" name="Shape 18"/>
          <p:cNvSpPr/>
          <p:nvPr/>
        </p:nvSpPr>
        <p:spPr>
          <a:xfrm>
            <a:off x="3813693" y="4271058"/>
            <a:ext cx="1304313" cy="212050"/>
          </a:xfrm>
          <a:prstGeom prst="rect">
            <a:avLst/>
          </a:prstGeom>
          <a:noFill/>
          <a:ln/>
        </p:spPr>
      </p:sp>
      <p:sp>
        <p:nvSpPr>
          <p:cNvPr id="36" name="Shape 19"/>
          <p:cNvSpPr/>
          <p:nvPr/>
        </p:nvSpPr>
        <p:spPr>
          <a:xfrm>
            <a:off x="3813693" y="4271058"/>
            <a:ext cx="1304313" cy="104394"/>
          </a:xfrm>
          <a:prstGeom prst="rect">
            <a:avLst/>
          </a:prstGeom>
          <a:noFill/>
          <a:ln/>
        </p:spPr>
      </p:sp>
      <p:sp>
        <p:nvSpPr>
          <p:cNvPr id="37" name="Text 20"/>
          <p:cNvSpPr/>
          <p:nvPr/>
        </p:nvSpPr>
        <p:spPr>
          <a:xfrm>
            <a:off x="3813693" y="4271058"/>
            <a:ext cx="1304313" cy="109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14"/>
              </a:lnSpc>
              <a:buNone/>
            </a:pPr>
            <a:r>
              <a:rPr lang="en-US" sz="610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Ultra-Low Power</a:t>
            </a:r>
            <a:endParaRPr lang="en-US" sz="610" dirty="0"/>
          </a:p>
        </p:txBody>
      </p:sp>
      <p:sp>
        <p:nvSpPr>
          <p:cNvPr id="38" name="Shape 21"/>
          <p:cNvSpPr/>
          <p:nvPr/>
        </p:nvSpPr>
        <p:spPr>
          <a:xfrm>
            <a:off x="3813693" y="4375452"/>
            <a:ext cx="1304313" cy="107656"/>
          </a:xfrm>
          <a:prstGeom prst="rect">
            <a:avLst/>
          </a:prstGeom>
          <a:noFill/>
          <a:ln/>
        </p:spPr>
      </p:sp>
      <p:sp>
        <p:nvSpPr>
          <p:cNvPr id="39" name="Text 22"/>
          <p:cNvSpPr/>
          <p:nvPr/>
        </p:nvSpPr>
        <p:spPr>
          <a:xfrm>
            <a:off x="3813693" y="4375175"/>
            <a:ext cx="13620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39"/>
              </a:lnSpc>
              <a:buNone/>
            </a:pPr>
            <a:r>
              <a:rPr lang="en-US" sz="560" spc="3" kern="0" dirty="0">
                <a:solidFill>
                  <a:srgbClr val="90A1B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Multi-night runtime on a single charge</a:t>
            </a:r>
            <a:endParaRPr lang="en-US" sz="560" dirty="0"/>
          </a:p>
        </p:txBody>
      </p:sp>
      <p:sp>
        <p:nvSpPr>
          <p:cNvPr id="40" name="Shape 23"/>
          <p:cNvSpPr/>
          <p:nvPr/>
        </p:nvSpPr>
        <p:spPr>
          <a:xfrm>
            <a:off x="6077734" y="4186238"/>
            <a:ext cx="2557653" cy="381690"/>
          </a:xfrm>
          <a:prstGeom prst="roundRect">
            <a:avLst>
              <a:gd name="adj" fmla="val 47894"/>
            </a:avLst>
          </a:prstGeom>
          <a:solidFill>
            <a:srgbClr val="1D293D">
              <a:alpha val="40000"/>
            </a:srgbClr>
          </a:solidFill>
          <a:ln w="6461">
            <a:solidFill>
              <a:srgbClr val="314158"/>
            </a:solidFill>
            <a:prstDash val="solid"/>
          </a:ln>
        </p:spPr>
      </p:sp>
      <p:sp>
        <p:nvSpPr>
          <p:cNvPr id="41" name="Shape 24"/>
          <p:cNvSpPr/>
          <p:nvPr/>
        </p:nvSpPr>
        <p:spPr>
          <a:xfrm>
            <a:off x="6162554" y="4272689"/>
            <a:ext cx="208788" cy="208788"/>
          </a:xfrm>
          <a:prstGeom prst="roundRect">
            <a:avLst>
              <a:gd name="adj" fmla="val 62541"/>
            </a:avLst>
          </a:prstGeom>
          <a:solidFill>
            <a:srgbClr val="FDC700">
              <a:alpha val="10000"/>
            </a:srgbClr>
          </a:solidFill>
          <a:ln/>
        </p:spPr>
      </p:sp>
      <p:pic>
        <p:nvPicPr>
          <p:cNvPr id="42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6214751" y="4324885"/>
            <a:ext cx="104394" cy="104394"/>
          </a:xfrm>
          <a:prstGeom prst="rect">
            <a:avLst/>
          </a:prstGeom>
        </p:spPr>
      </p:pic>
      <p:sp>
        <p:nvSpPr>
          <p:cNvPr id="43" name="Shape 25"/>
          <p:cNvSpPr/>
          <p:nvPr/>
        </p:nvSpPr>
        <p:spPr>
          <a:xfrm>
            <a:off x="6449637" y="4271057"/>
            <a:ext cx="1304415" cy="212050"/>
          </a:xfrm>
          <a:prstGeom prst="rect">
            <a:avLst/>
          </a:prstGeom>
          <a:noFill/>
          <a:ln/>
        </p:spPr>
      </p:sp>
      <p:sp>
        <p:nvSpPr>
          <p:cNvPr id="44" name="Shape 26"/>
          <p:cNvSpPr/>
          <p:nvPr/>
        </p:nvSpPr>
        <p:spPr>
          <a:xfrm>
            <a:off x="6449637" y="4271057"/>
            <a:ext cx="1304415" cy="104394"/>
          </a:xfrm>
          <a:prstGeom prst="rect">
            <a:avLst/>
          </a:prstGeom>
          <a:noFill/>
          <a:ln/>
        </p:spPr>
      </p:sp>
      <p:sp>
        <p:nvSpPr>
          <p:cNvPr id="45" name="Text 27"/>
          <p:cNvSpPr/>
          <p:nvPr/>
        </p:nvSpPr>
        <p:spPr>
          <a:xfrm>
            <a:off x="6449637" y="4271057"/>
            <a:ext cx="1304415" cy="109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14"/>
              </a:lnSpc>
              <a:buNone/>
            </a:pPr>
            <a:r>
              <a:rPr lang="en-US" sz="610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App Required</a:t>
            </a:r>
            <a:endParaRPr lang="en-US" sz="610" dirty="0"/>
          </a:p>
        </p:txBody>
      </p:sp>
      <p:sp>
        <p:nvSpPr>
          <p:cNvPr id="46" name="Shape 28"/>
          <p:cNvSpPr/>
          <p:nvPr/>
        </p:nvSpPr>
        <p:spPr>
          <a:xfrm>
            <a:off x="6449637" y="4375451"/>
            <a:ext cx="1304415" cy="107656"/>
          </a:xfrm>
          <a:prstGeom prst="rect">
            <a:avLst/>
          </a:prstGeom>
          <a:noFill/>
          <a:ln/>
        </p:spPr>
      </p:sp>
      <p:sp>
        <p:nvSpPr>
          <p:cNvPr id="47" name="Text 29"/>
          <p:cNvSpPr/>
          <p:nvPr/>
        </p:nvSpPr>
        <p:spPr>
          <a:xfrm>
            <a:off x="6449637" y="4375174"/>
            <a:ext cx="13763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39"/>
              </a:lnSpc>
              <a:buNone/>
            </a:pPr>
            <a:r>
              <a:rPr lang="en-US" sz="560" spc="3" kern="0" dirty="0">
                <a:solidFill>
                  <a:srgbClr val="90A1B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gauge — readable in seconds</a:t>
            </a:r>
            <a:endParaRPr lang="en-US" sz="5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1" cy="5143500"/>
          </a:xfrm>
          <a:prstGeom prst="rect">
            <a:avLst/>
          </a:prstGeom>
          <a:noFill/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4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58551" y="5362765"/>
            <a:ext cx="1743075" cy="228600"/>
          </a:xfrm>
          <a:prstGeom prst="rect">
            <a:avLst/>
          </a:prstGeom>
          <a:noFill/>
          <a:ln/>
        </p:spPr>
      </p:sp>
      <p:sp>
        <p:nvSpPr>
          <p:cNvPr id="6" name="Shape 3"/>
          <p:cNvSpPr/>
          <p:nvPr/>
        </p:nvSpPr>
        <p:spPr>
          <a:xfrm>
            <a:off x="4158551" y="5362765"/>
            <a:ext cx="228600" cy="228600"/>
          </a:xfrm>
          <a:prstGeom prst="roundRect">
            <a:avLst>
              <a:gd name="adj" fmla="val 113124552000"/>
            </a:avLst>
          </a:prstGeom>
          <a:solidFill>
            <a:srgbClr val="1D293D">
              <a:alpha val="8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472876" y="5455633"/>
            <a:ext cx="1114425" cy="42863"/>
          </a:xfrm>
          <a:prstGeom prst="rect">
            <a:avLst/>
          </a:prstGeom>
          <a:noFill/>
          <a:ln/>
        </p:spPr>
      </p:sp>
      <p:sp>
        <p:nvSpPr>
          <p:cNvPr id="8" name="Shape 5"/>
          <p:cNvSpPr/>
          <p:nvPr/>
        </p:nvSpPr>
        <p:spPr>
          <a:xfrm>
            <a:off x="5673026" y="5362765"/>
            <a:ext cx="228600" cy="228600"/>
          </a:xfrm>
          <a:prstGeom prst="roundRect">
            <a:avLst>
              <a:gd name="adj" fmla="val 113124552000"/>
            </a:avLst>
          </a:prstGeom>
          <a:solidFill>
            <a:srgbClr val="1D293D">
              <a:alpha val="8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9735187" y="5491214"/>
            <a:ext cx="309749" cy="1143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9735187" y="5490329"/>
            <a:ext cx="35323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21" dirty="0">
                <a:solidFill>
                  <a:srgbClr val="90A1B9">
                    <a:alpha val="99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 / 12</a:t>
            </a:r>
            <a:endParaRPr lang="en-US" sz="721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38375" y="1352550"/>
            <a:ext cx="4295775" cy="31956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53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3997" cy="51434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58551" y="5362764"/>
            <a:ext cx="1743075" cy="228600"/>
          </a:xfrm>
          <a:prstGeom prst="rect">
            <a:avLst/>
          </a:prstGeom>
          <a:noFill/>
          <a:ln/>
        </p:spPr>
      </p:sp>
      <p:sp>
        <p:nvSpPr>
          <p:cNvPr id="6" name="Shape 3"/>
          <p:cNvSpPr/>
          <p:nvPr/>
        </p:nvSpPr>
        <p:spPr>
          <a:xfrm>
            <a:off x="4158551" y="5362764"/>
            <a:ext cx="228600" cy="228600"/>
          </a:xfrm>
          <a:prstGeom prst="roundRect">
            <a:avLst>
              <a:gd name="adj" fmla="val 113124544000"/>
            </a:avLst>
          </a:prstGeom>
          <a:solidFill>
            <a:srgbClr val="1D293D">
              <a:alpha val="8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472876" y="5455632"/>
            <a:ext cx="1114425" cy="42863"/>
          </a:xfrm>
          <a:prstGeom prst="rect">
            <a:avLst/>
          </a:prstGeom>
          <a:noFill/>
          <a:ln/>
        </p:spPr>
      </p:sp>
      <p:sp>
        <p:nvSpPr>
          <p:cNvPr id="8" name="Shape 5"/>
          <p:cNvSpPr/>
          <p:nvPr/>
        </p:nvSpPr>
        <p:spPr>
          <a:xfrm>
            <a:off x="5673026" y="5362764"/>
            <a:ext cx="228600" cy="228600"/>
          </a:xfrm>
          <a:prstGeom prst="roundRect">
            <a:avLst>
              <a:gd name="adj" fmla="val 113124544000"/>
            </a:avLst>
          </a:prstGeom>
          <a:solidFill>
            <a:srgbClr val="1D293D">
              <a:alpha val="8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9735192" y="5491214"/>
            <a:ext cx="309749" cy="1143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9735192" y="5490329"/>
            <a:ext cx="35323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21" dirty="0">
                <a:solidFill>
                  <a:srgbClr val="90A1B9">
                    <a:alpha val="99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 / 12</a:t>
            </a:r>
            <a:endParaRPr lang="en-US" sz="72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029514" y="5093238"/>
            <a:ext cx="309859" cy="114300"/>
          </a:xfrm>
          <a:prstGeom prst="rect">
            <a:avLst/>
          </a:prstGeom>
          <a:noFill/>
          <a:ln/>
        </p:spPr>
      </p:sp>
      <p:sp>
        <p:nvSpPr>
          <p:cNvPr id="6" name="Text 3"/>
          <p:cNvSpPr/>
          <p:nvPr/>
        </p:nvSpPr>
        <p:spPr>
          <a:xfrm>
            <a:off x="9029514" y="5092935"/>
            <a:ext cx="3276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91"/>
              </a:lnSpc>
              <a:buNone/>
            </a:pPr>
            <a:r>
              <a:rPr lang="en-US" sz="668" dirty="0">
                <a:solidFill>
                  <a:srgbClr val="90A1B9">
                    <a:alpha val="99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 / 12</a:t>
            </a:r>
            <a:endParaRPr lang="en-US" sz="66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029514" y="5093238"/>
            <a:ext cx="309859" cy="114300"/>
          </a:xfrm>
          <a:prstGeom prst="rect">
            <a:avLst/>
          </a:prstGeom>
          <a:noFill/>
          <a:ln/>
        </p:spPr>
      </p:sp>
      <p:sp>
        <p:nvSpPr>
          <p:cNvPr id="6" name="Text 3"/>
          <p:cNvSpPr/>
          <p:nvPr/>
        </p:nvSpPr>
        <p:spPr>
          <a:xfrm>
            <a:off x="9029514" y="5092935"/>
            <a:ext cx="3276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91"/>
              </a:lnSpc>
              <a:buNone/>
            </a:pPr>
            <a:r>
              <a:rPr lang="en-US" sz="668" dirty="0">
                <a:solidFill>
                  <a:srgbClr val="90A1B9">
                    <a:alpha val="99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 / 12</a:t>
            </a:r>
            <a:endParaRPr lang="en-US" sz="668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0" y="1647825"/>
            <a:ext cx="4271963" cy="26574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029514" y="5093238"/>
            <a:ext cx="309859" cy="114300"/>
          </a:xfrm>
          <a:prstGeom prst="rect">
            <a:avLst/>
          </a:prstGeom>
          <a:noFill/>
          <a:ln/>
        </p:spPr>
      </p:sp>
      <p:sp>
        <p:nvSpPr>
          <p:cNvPr id="6" name="Text 3"/>
          <p:cNvSpPr/>
          <p:nvPr/>
        </p:nvSpPr>
        <p:spPr>
          <a:xfrm>
            <a:off x="9029514" y="5092935"/>
            <a:ext cx="3276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91"/>
              </a:lnSpc>
              <a:buNone/>
            </a:pPr>
            <a:r>
              <a:rPr lang="en-US" sz="668" dirty="0">
                <a:solidFill>
                  <a:srgbClr val="90A1B9">
                    <a:alpha val="99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 / 12</a:t>
            </a:r>
            <a:endParaRPr lang="en-US" sz="66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673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029514" y="5093238"/>
            <a:ext cx="309859" cy="114300"/>
          </a:xfrm>
          <a:prstGeom prst="rect">
            <a:avLst/>
          </a:prstGeom>
          <a:noFill/>
          <a:ln/>
        </p:spPr>
      </p:sp>
      <p:sp>
        <p:nvSpPr>
          <p:cNvPr id="6" name="Text 3"/>
          <p:cNvSpPr/>
          <p:nvPr/>
        </p:nvSpPr>
        <p:spPr>
          <a:xfrm>
            <a:off x="9029514" y="5092935"/>
            <a:ext cx="3276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91"/>
              </a:lnSpc>
              <a:buNone/>
            </a:pPr>
            <a:r>
              <a:rPr lang="en-US" sz="668" dirty="0">
                <a:solidFill>
                  <a:srgbClr val="90A1B9">
                    <a:alpha val="99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 / 12</a:t>
            </a:r>
            <a:endParaRPr lang="en-US" sz="668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466850" y="1738313"/>
            <a:ext cx="6877050" cy="1790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975759" y="5093238"/>
            <a:ext cx="361429" cy="114300"/>
          </a:xfrm>
          <a:prstGeom prst="rect">
            <a:avLst/>
          </a:prstGeom>
          <a:noFill/>
          <a:ln/>
        </p:spPr>
      </p:sp>
      <p:sp>
        <p:nvSpPr>
          <p:cNvPr id="6" name="Text 3"/>
          <p:cNvSpPr/>
          <p:nvPr/>
        </p:nvSpPr>
        <p:spPr>
          <a:xfrm>
            <a:off x="8975759" y="5092935"/>
            <a:ext cx="3797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91"/>
              </a:lnSpc>
              <a:buNone/>
            </a:pPr>
            <a:r>
              <a:rPr lang="en-US" sz="668" dirty="0">
                <a:solidFill>
                  <a:srgbClr val="90A1B9">
                    <a:alpha val="99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 / 12</a:t>
            </a:r>
            <a:endParaRPr lang="en-US" sz="668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625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975759" y="5093238"/>
            <a:ext cx="361429" cy="114300"/>
          </a:xfrm>
          <a:prstGeom prst="rect">
            <a:avLst/>
          </a:prstGeom>
          <a:noFill/>
          <a:ln/>
        </p:spPr>
      </p:sp>
      <p:sp>
        <p:nvSpPr>
          <p:cNvPr id="6" name="Text 3"/>
          <p:cNvSpPr/>
          <p:nvPr/>
        </p:nvSpPr>
        <p:spPr>
          <a:xfrm>
            <a:off x="8975759" y="5092935"/>
            <a:ext cx="3797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91"/>
              </a:lnSpc>
              <a:buNone/>
            </a:pPr>
            <a:r>
              <a:rPr lang="en-US" sz="668" dirty="0">
                <a:solidFill>
                  <a:srgbClr val="90A1B9">
                    <a:alpha val="99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 / 12</a:t>
            </a:r>
            <a:endParaRPr lang="en-US" sz="668" dirty="0"/>
          </a:p>
        </p:txBody>
      </p:sp>
      <p:pic>
        <p:nvPicPr>
          <p:cNvPr id="4" name="Media 0"/>
          <p:cNvPicPr/>
          <p:nvPr>
            <a:videoFile r:link="rId2"/>
          </p:nvPr>
        </p:nvPicPr>
        <p:blipFill>
          <a:blip r:embed="rId3"/>
          <a:stretch>
            <a:fillRect/>
          </a:stretch>
        </p:blipFill>
        <p:spPr>
          <a:xfrm>
            <a:off x="1976438" y="1600200"/>
            <a:ext cx="5210175" cy="2933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2026-03-16T03:34:18Z</dcterms:created>
  <dcterms:modified xsi:type="dcterms:W3CDTF">2026-03-16T03:34:18Z</dcterms:modified>
</cp:coreProperties>
</file>